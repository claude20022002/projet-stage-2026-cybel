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0" r:id="rId4"/>
    <p:sldId id="261" r:id="rId5"/>
    <p:sldId id="263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4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image" Target="../media/image3.png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4.png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006090" y="207010"/>
            <a:ext cx="5969000" cy="1306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  <a:p>
            <a:pPr algn="ctr"/>
            <a:r>
              <a:rPr lang="en-US" altLang="zh-CN"/>
              <a:t>Here are some tips, please be in mind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59130" y="1701165"/>
            <a:ext cx="5922645" cy="49028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513320" y="3284855"/>
            <a:ext cx="4013835" cy="18256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Once you set up the charging station, please DO NOT move it. Otherwise, everything you do is in vain.</a:t>
            </a:r>
            <a:endParaRPr lang="en-US" altLang="zh-CN"/>
          </a:p>
          <a:p>
            <a:pPr algn="ctr"/>
            <a:r>
              <a:rPr lang="en-US" altLang="zh-CN" b="1">
                <a:solidFill>
                  <a:srgbClr val="FF0000"/>
                </a:solidFill>
              </a:rPr>
              <a:t>TIP 1: DO NOT MOVE THE CHARGING STATION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310" y="146685"/>
            <a:ext cx="5609590" cy="648843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7045325" y="614045"/>
            <a:ext cx="4013835" cy="18256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FF0000"/>
                </a:solidFill>
              </a:rPr>
              <a:t>TIP 2: DO NOT let something or someone stand in front of the robot when you make scanning</a:t>
            </a:r>
            <a:endParaRPr lang="en-US" altLang="zh-CN" b="1">
              <a:solidFill>
                <a:srgbClr val="FF000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307590" y="3088640"/>
            <a:ext cx="619125" cy="162941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3"/>
            </p:custDataLst>
          </p:nvPr>
        </p:nvCxnSpPr>
        <p:spPr>
          <a:xfrm>
            <a:off x="1659255" y="2922905"/>
            <a:ext cx="1855470" cy="175006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0995" y="109220"/>
            <a:ext cx="10906125" cy="555307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4766945" y="4794250"/>
            <a:ext cx="5869305" cy="17049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FF0000"/>
                </a:solidFill>
              </a:rPr>
              <a:t>TIP 3: REMOVE these black spots </a:t>
            </a:r>
            <a:endParaRPr lang="en-US" altLang="zh-CN" b="1">
              <a:solidFill>
                <a:srgbClr val="FF0000"/>
              </a:solidFill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</a:rPr>
              <a:t>black spots=temporary or unknown obstacles </a:t>
            </a:r>
            <a:endParaRPr lang="en-US" altLang="zh-CN" b="1">
              <a:solidFill>
                <a:srgbClr val="FF0000"/>
              </a:solidFill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</a:rPr>
              <a:t>Please see the video of</a:t>
            </a:r>
            <a:r>
              <a:rPr lang="en-US" altLang="zh-CN" b="1">
                <a:solidFill>
                  <a:schemeClr val="tx2"/>
                </a:solidFill>
              </a:rPr>
              <a:t> 02 Edit the map</a:t>
            </a:r>
            <a:endParaRPr lang="en-US" altLang="zh-CN" b="1">
              <a:solidFill>
                <a:schemeClr val="tx2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2775" y="249555"/>
            <a:ext cx="10966450" cy="64166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COMMONDATA" val="eyJoZGlkIjoiMWFlN2RjMGY5ZjU2Y2YzMmY5Y2VjNDE4ZWE2ZDA2NzY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WPS 演示</Application>
  <PresentationFormat>宽屏</PresentationFormat>
  <Paragraphs>11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CSM</dc:creator>
  <cp:lastModifiedBy>梁盛华</cp:lastModifiedBy>
  <cp:revision>160</cp:revision>
  <dcterms:created xsi:type="dcterms:W3CDTF">2019-06-19T02:08:00Z</dcterms:created>
  <dcterms:modified xsi:type="dcterms:W3CDTF">2024-04-10T09:17:58Z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1B09B007664546FC9D8F0DA582049E7F_11</vt:lpwstr>
  </property>
</Properties>
</file>