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91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310" r:id="rId22"/>
    <p:sldId id="311" r:id="rId23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D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9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tags" Target="../tags/tag15.xml"/><Relationship Id="rId2" Type="http://schemas.openxmlformats.org/officeDocument/2006/relationships/image" Target="../media/image15.png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tags" Target="../tags/tag17.xml"/><Relationship Id="rId2" Type="http://schemas.openxmlformats.org/officeDocument/2006/relationships/image" Target="../media/image17.png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8655" y="1622425"/>
            <a:ext cx="11174730" cy="266319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F0"/>
                </a:solidFill>
              </a:rPr>
              <a:t>Picture format</a:t>
            </a:r>
            <a:r>
              <a:rPr lang="zh-CN" altLang="en-US"/>
              <a:t> should be jpg/png，</a:t>
            </a:r>
            <a:r>
              <a:rPr lang="en-US" altLang="zh-CN"/>
              <a:t>h</a:t>
            </a:r>
            <a:r>
              <a:rPr lang="zh-CN" altLang="en-US"/>
              <a:t>orizontal</a:t>
            </a:r>
            <a:r>
              <a:rPr lang="en-US" altLang="zh-CN"/>
              <a:t> </a:t>
            </a:r>
            <a:r>
              <a:rPr lang="zh-CN" altLang="en-US"/>
              <a:t>poster，resolution: </a:t>
            </a:r>
            <a:r>
              <a:rPr lang="zh-CN" altLang="en-US">
                <a:sym typeface="+mn-ea"/>
              </a:rPr>
              <a:t>1920*</a:t>
            </a:r>
            <a:r>
              <a:rPr lang="zh-CN" altLang="en-US"/>
              <a:t>1080,</a:t>
            </a:r>
            <a:r>
              <a:rPr lang="zh-CN" altLang="en-US" b="1">
                <a:solidFill>
                  <a:srgbClr val="FF0000"/>
                </a:solidFill>
              </a:rPr>
              <a:t>max  volume 2M</a:t>
            </a:r>
            <a:br>
              <a:rPr lang="zh-CN" altLang="en-US"/>
            </a:br>
            <a:r>
              <a:rPr lang="zh-CN" altLang="en-US">
                <a:solidFill>
                  <a:srgbClr val="00B0F0"/>
                </a:solidFill>
              </a:rPr>
              <a:t>Video format</a:t>
            </a:r>
            <a:r>
              <a:rPr lang="zh-CN" altLang="en-US"/>
              <a:t> should be MP4，resolution：</a:t>
            </a:r>
            <a:r>
              <a:rPr lang="zh-CN" altLang="en-US">
                <a:sym typeface="+mn-ea"/>
              </a:rPr>
              <a:t>1920*</a:t>
            </a:r>
            <a:r>
              <a:rPr lang="zh-CN" altLang="en-US"/>
              <a:t>1080，</a:t>
            </a:r>
            <a:r>
              <a:rPr lang="zh-CN" altLang="en-US" b="1">
                <a:solidFill>
                  <a:srgbClr val="FF0000"/>
                </a:solidFill>
              </a:rPr>
              <a:t>max volume 20M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84175" y="1368425"/>
            <a:ext cx="11182350" cy="5334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987040" y="0"/>
            <a:ext cx="5605780" cy="1369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Advertising upload for </a:t>
            </a:r>
            <a:r>
              <a:rPr lang="en-US" altLang="zh-CN"/>
              <a:t>mobile</a:t>
            </a:r>
            <a:r>
              <a:rPr lang="zh-CN" altLang="en-US"/>
              <a:t> robot </a:t>
            </a:r>
            <a:endParaRPr lang="zh-CN" altLang="en-US"/>
          </a:p>
          <a:p>
            <a:pPr algn="ctr"/>
            <a:r>
              <a:rPr lang="zh-CN" altLang="en-US">
                <a:sym typeface="+mn-ea"/>
              </a:rPr>
              <a:t>  https://usom.gfai-robotics.com/</a:t>
            </a:r>
            <a:endParaRPr lang="zh-CN" altLang="en-US"/>
          </a:p>
          <a:p>
            <a:pPr algn="ctr"/>
            <a:r>
              <a:rPr lang="zh-CN" altLang="en-US">
                <a:sym typeface="+mn-ea"/>
              </a:rPr>
              <a:t>Account:jmfl0886</a:t>
            </a:r>
            <a:endParaRPr lang="zh-CN" altLang="en-US"/>
          </a:p>
          <a:p>
            <a:pPr algn="ctr"/>
            <a:r>
              <a:rPr lang="zh-CN" altLang="en-US">
                <a:sym typeface="+mn-ea"/>
              </a:rPr>
              <a:t>Password: 7pbx1cHW3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4520" y="638175"/>
            <a:ext cx="10982325" cy="5581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0175" y="310515"/>
            <a:ext cx="11076305" cy="48653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9855" y="624205"/>
            <a:ext cx="11913870" cy="43961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1290" y="254635"/>
            <a:ext cx="10831830" cy="5231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62125" y="323850"/>
            <a:ext cx="8667115" cy="6210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77900" y="456565"/>
            <a:ext cx="9392285" cy="53251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41325" y="301625"/>
            <a:ext cx="11095355" cy="5289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6370" y="318770"/>
            <a:ext cx="11461750" cy="4302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930" y="310515"/>
            <a:ext cx="10655935" cy="62795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79170" y="344805"/>
            <a:ext cx="10023475" cy="63760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4470" y="482600"/>
            <a:ext cx="11769725" cy="46659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211455"/>
            <a:ext cx="12038965" cy="57397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02715" y="0"/>
            <a:ext cx="8540750" cy="67652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66670" y="3429000"/>
            <a:ext cx="8324850" cy="3276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5905" y="0"/>
            <a:ext cx="7362825" cy="2962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5735" y="180975"/>
            <a:ext cx="7010400" cy="53771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162550" y="3971925"/>
            <a:ext cx="6905625" cy="28860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3665" y="316230"/>
            <a:ext cx="11530965" cy="54978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194175" y="5943600"/>
            <a:ext cx="6299200" cy="612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rgbClr val="FF0000"/>
                </a:solidFill>
              </a:rPr>
              <a:t>NOTE: at last, don’t forget to restart the robot!!!</a:t>
            </a:r>
            <a:endParaRPr lang="en-US" altLang="zh-CN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45" y="272415"/>
            <a:ext cx="11928475" cy="52812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570" y="1082040"/>
            <a:ext cx="11706225" cy="55340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42570" y="114935"/>
            <a:ext cx="8400415" cy="9671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rgbClr val="FFFF00"/>
                </a:solidFill>
              </a:rPr>
              <a:t>NOTE: click Deliver to choose screen uploading advertising</a:t>
            </a:r>
            <a:endParaRPr lang="en-US" altLang="zh-CN" sz="2400">
              <a:solidFill>
                <a:srgbClr val="FFFF00"/>
              </a:solidFill>
            </a:endParaRPr>
          </a:p>
          <a:p>
            <a:pPr algn="ctr"/>
            <a:r>
              <a:rPr lang="en-US" altLang="zh-CN" sz="2400">
                <a:solidFill>
                  <a:srgbClr val="FFFF00"/>
                </a:solidFill>
              </a:rPr>
              <a:t>this step is only for upper screen of reception robot </a:t>
            </a:r>
            <a:endParaRPr lang="en-US" altLang="zh-CN" sz="24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40" y="932815"/>
            <a:ext cx="8782050" cy="55721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42570" y="114935"/>
            <a:ext cx="2804795" cy="8172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rgbClr val="FFFF00"/>
                </a:solidFill>
              </a:rPr>
              <a:t>for example</a:t>
            </a:r>
            <a:endParaRPr lang="en-US" altLang="zh-CN" sz="24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COMMONDATA" val="eyJoZGlkIjoiMWFlN2RjMGY5ZjU2Y2YzMmY5Y2VjNDE4ZWE2ZDA2NzYifQ=="/>
  <p:tag name="KSO_WPP_MARK_KEY" val="7b72954f-cd07-4ebe-8a22-a5c1c93b12c8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</Words>
  <Application>WPS 演示</Application>
  <PresentationFormat>宽屏</PresentationFormat>
  <Paragraphs>14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Picture format should be jpg/png，vertical poster，resolution: 1080*1920,max  volume 2M Video format should be MP4，resolution：1080*1920，max volume 20M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梁盛华</cp:lastModifiedBy>
  <cp:revision>51</cp:revision>
  <dcterms:created xsi:type="dcterms:W3CDTF">2023-03-20T05:51:00Z</dcterms:created>
  <dcterms:modified xsi:type="dcterms:W3CDTF">2024-04-10T09:00:24Z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668840070267424FBFDC8B41EF35A1AC</vt:lpwstr>
  </property>
  <property fmtid="{D5CDD505-2E9C-101B-9397-08002B2CF9AE}" pid="3" name="KSOProductBuildVer">
    <vt:lpwstr>2052-12.1.0.16417</vt:lpwstr>
  </property>
</Properties>
</file>